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32"/>
  </p:normalViewPr>
  <p:slideViewPr>
    <p:cSldViewPr snapToGrid="0">
      <p:cViewPr varScale="1">
        <p:scale>
          <a:sx n="137" d="100"/>
          <a:sy n="137" d="100"/>
        </p:scale>
        <p:origin x="1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D02D-9254-19C8-B71D-11266DEBD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CA513-977D-F6E0-1CDA-8487B9757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F25A5-FFC5-BB95-5C5C-9EE3E250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35FA-053B-B44E-DD9A-542817E5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A064A-A95D-2211-C23B-1DEABB62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687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1FEE-9E13-37AA-909E-076F866B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367A3-F381-1692-9F58-17B5FFC1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0AA3D-7247-2E7D-63B6-5098480B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C1666-0655-1B62-2168-5191B67F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C9A24-8357-186F-5287-1CDD9D34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8845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C029-B0CE-06C5-9D00-3CDBF73A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90E18-B83F-9E61-7363-703D2EE6B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D23E-29CA-CEAC-BF81-F727923A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17E-6009-8392-B8D1-DE135DE4C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F5961-08F0-A8E7-C21F-8810556FC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5194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CCD5-8133-3D8A-6293-B46EAC55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21876-F7A1-5C28-F7F5-75EEC2AFC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5BCC9-668A-EC1C-700C-14B7A2EBA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EEB6D-7E40-3F78-5FFD-2D354E6B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78C39-9ABF-3753-8BE5-BABA332D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E32B4-9846-581E-1EB0-2ED24B64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19637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10D5-2841-B106-49B1-4D8D7389C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83CD9-C31B-FE2C-5046-258D5E239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37ACE-278B-A3B0-9971-6F60D8A4A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DD9D4-DB40-A329-21CD-51644D913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5C3388-1CF4-E6E0-B462-0092CBC0D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FD148-6A78-0286-43CB-289BA8B7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9EBF16-3C51-1B50-D049-FF16390E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1F47D-2992-318F-0358-67875717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9499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5397-DBD9-249A-E1BB-1E5ECE06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4B82B-20BD-8EC2-5B20-6D61AEA8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229D4-29C8-0630-62B7-C869EE5C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B1F19-E138-0270-9E2B-2BA93CE1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2158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0DE2AE-6711-12C1-0FC7-F7A51F8F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D5271-DD98-14E5-54E5-4C08FBA7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556FE-9D1B-58FE-23B2-BBB6A1EA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8180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1B9D-7D69-0FBA-B5DA-E3B7ECFF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B9E8-AAD2-A05F-EA65-FE2CDAAA5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48786-6DA3-4A6D-41E8-3AFD17B9E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19D98-8DBA-A0FB-35E3-EC687A15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3978D-8830-EB97-533F-A123915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442CB-E5DB-AA1C-45E6-7C5EA0DB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21042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A3D7-E9BD-DEC7-95F0-8734AAAF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29105-2357-182B-CC0F-E5CC48477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09647-DDA8-613F-6F80-952B9327D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5C6F-C7C7-858D-4113-BA280599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E6889-FFD1-C30C-303F-1CBE105E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AFBD1-599A-8EF1-9257-4EB0A23B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0673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2FDD-9527-4B38-3CB9-6F7E882C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94EDC-1661-4726-F40F-72091D335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B4A3D-FD98-181C-113D-27582792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762C1-0282-A31C-8C1B-242CC169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C2ED1-1A43-49D6-6507-24E4EFEB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4935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E620D-B6DF-76F0-5342-F085D2B62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6885C-5632-A9F4-D53A-4157855FD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D7D7-C5CA-3F41-BFE9-F5B280F5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AFE3D-3137-FAB8-8D25-6F94CC57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23EF-ED3F-3809-88DF-D68CFB21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3250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6C2E3-FFC6-4276-7E4D-EFDA4406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35B13-A393-3758-4E9B-52748A00A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D9AEC-47AE-5C36-2C03-60E39ECD3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7F716-4853-3E4D-BB99-7D91EF47B514}" type="datetimeFigureOut">
              <a:rPr lang="en-TH" smtClean="0"/>
              <a:t>2/12/2025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0E3B3-6A66-3E23-A006-BABB2418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1F7E1-C2DA-6462-616D-071108AE9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92D53-DF9C-8940-8C2F-9BF6C831C0E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5037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D790CFD0-D8F4-C7E7-7C54-D1FBB8ADF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02" y="243480"/>
            <a:ext cx="2835111" cy="637104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9254B43-7930-5D77-5867-444270CAA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80" y="243480"/>
            <a:ext cx="2835111" cy="637104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phone&#10;&#10;AI-generated content may be incorrect.">
            <a:extLst>
              <a:ext uri="{FF2B5EF4-FFF2-40B4-BE49-F238E27FC236}">
                <a16:creationId xmlns:a16="http://schemas.microsoft.com/office/drawing/2014/main" id="{A8BC2F4A-7206-0646-5620-CCCD65C7D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061" y="243480"/>
            <a:ext cx="2835111" cy="637104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screenshot of a phone&#10;&#10;AI-generated content may be incorrect.">
            <a:extLst>
              <a:ext uri="{FF2B5EF4-FFF2-40B4-BE49-F238E27FC236}">
                <a16:creationId xmlns:a16="http://schemas.microsoft.com/office/drawing/2014/main" id="{CD83D028-F975-264D-9B1E-B81A22A81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873" y="243480"/>
            <a:ext cx="2835111" cy="637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0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86B94214-3737-2461-78DB-4FA1BFF9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5" y="206409"/>
            <a:ext cx="2868104" cy="644518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screenshot of a phone&#10;&#10;AI-generated content may be incorrect.">
            <a:extLst>
              <a:ext uri="{FF2B5EF4-FFF2-40B4-BE49-F238E27FC236}">
                <a16:creationId xmlns:a16="http://schemas.microsoft.com/office/drawing/2014/main" id="{CD7F0E0D-401E-CEE5-DB7B-4B1CB10B3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491" y="206409"/>
            <a:ext cx="2868104" cy="6445182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6B04FA91-6D72-E1A9-7D28-D306D95C7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898" y="190396"/>
            <a:ext cx="2868104" cy="6445182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screenshot of a phone&#10;&#10;AI-generated content may be incorrect.">
            <a:extLst>
              <a:ext uri="{FF2B5EF4-FFF2-40B4-BE49-F238E27FC236}">
                <a16:creationId xmlns:a16="http://schemas.microsoft.com/office/drawing/2014/main" id="{0BDBF383-E9B0-41A2-E003-15272F0ED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111" y="190396"/>
            <a:ext cx="2868104" cy="64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6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8B1BA51E-0AA5-D100-14D9-75671254D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4" y="185351"/>
            <a:ext cx="2886846" cy="648729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ACE119BE-F243-7D2B-E7BF-C2AC098A2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348" y="185351"/>
            <a:ext cx="2886846" cy="648729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0058B10E-7C0D-6244-FB79-501B52BA6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462" y="185351"/>
            <a:ext cx="2886846" cy="648729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map with a blue line&#10;&#10;AI-generated content may be incorrect.">
            <a:extLst>
              <a:ext uri="{FF2B5EF4-FFF2-40B4-BE49-F238E27FC236}">
                <a16:creationId xmlns:a16="http://schemas.microsoft.com/office/drawing/2014/main" id="{1E5E3016-58A9-E563-F889-8067B534E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522" y="185351"/>
            <a:ext cx="2886846" cy="648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1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Kanok Santhong</dc:creator>
  <cp:lastModifiedBy>Kanok Santhong</cp:lastModifiedBy>
  <cp:revision>1</cp:revision>
  <dcterms:created xsi:type="dcterms:W3CDTF">2025-12-02T04:07:29Z</dcterms:created>
  <dcterms:modified xsi:type="dcterms:W3CDTF">2025-12-02T04:28:03Z</dcterms:modified>
</cp:coreProperties>
</file>