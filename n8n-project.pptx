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641C-32D0-DEE6-4654-D7A31A7D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F7D8B-48D9-2B56-BC50-7C4214616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CCEA-3121-8563-B7C4-54DB9536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162A-2EC6-65AE-BC09-BA5B7047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84B0-0872-F245-920E-C859E1DD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5058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5D13-CDA1-BC04-960F-68D195713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018E3-238D-937E-8D05-A90A8D3BA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C4AEB-8365-75C3-2033-09C47496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A6C23-5E6F-2F99-A38A-5BAAA106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2745D-D4C9-3796-A036-7ACBEDE9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5876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D7F9-A395-379E-D55B-754A2A40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7C7DD-1BAF-30FD-34FE-73FF0ECF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B2E3-907A-04A0-64D3-CEBA3D74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71471-442B-F244-85D5-EB7D8805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3199A-96A0-A7A3-8D82-F3EBD2BF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163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DA69-8CC5-ED9D-DCDD-91044B63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173C-4E4B-1307-5593-621138CE8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F5554-738B-3D86-BB2C-A695CC357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4D557-9D27-3BDF-6BA1-73AE293C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6B371-F3BE-E407-AC53-31D4A34F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6DEFB-3092-B025-EDAF-31066DFF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9256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9CA7-9D1B-D817-36E6-17BDB0A8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625F8-30EA-F0A0-9BDD-38ADC9C13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DEFBD-509B-35D0-48C8-B57F421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270FA-3E8F-8468-27B9-135978749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D9976-5A66-CB0B-6DA6-4040F5B6E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0F9EA-F6B7-55C8-2D7E-3A667457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78A3A-A7B2-BBD4-555A-2942DA8E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63362-74BB-12C9-791A-E1D02CCE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697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60BB-6AFA-A678-BE60-93847F5F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0A982-F62C-9BDC-AF62-0E13DF19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42A0-1B78-4D12-0617-0BFB351C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2D26B-4254-14E3-925F-3B2302E3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7002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C387E-0307-181B-D96E-499542AA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DD890-CD33-47BB-C9B0-FF2432FE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C67AE-A9D5-F610-6277-D9A189DD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2363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CCFB-99B1-2541-EE77-2D867E5B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5F3C-513F-2EF4-5805-309F97365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CAE0E-8DE8-FB43-BE24-3BE8EF9A1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58F49-5CE5-2AAB-CA5E-EBC3839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B491D-3193-21AE-DC33-17B42CD0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EF03E-F017-7E07-3D34-C7D85D03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3082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C64B-447E-5D3D-733D-3E10A936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F2220-49EB-A2D8-7749-00075FC94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E5A91-60B5-CA76-6542-337EA47A9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0CD02-9F1A-8339-1834-CCB4AB75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7B141-A9AB-B9CE-CBF7-514476CF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47BCC-5D43-8904-D727-39C85187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4987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8AF0-7368-27B4-A4CA-72E962D1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58574-D05C-D332-590D-2844AE4B7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1B38-04DB-77F5-C0BC-209206DA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BE014-1B7D-1FC8-5CD8-E1C6F6E4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029E2-EA77-D286-ABA4-9DBE9AAC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1874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E9403-E510-8786-6F53-EEDDCD88A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89AF7-B35E-7CAF-63CC-7E862EB42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550AD-5486-E5AE-7695-93888F38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7A23-1F51-8CE7-54C3-087AAA80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1657-821A-8066-5896-63906EA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9442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28CF00-D567-EFC4-217E-0C6251D6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6BC17-0105-AACC-4F9A-B56EB7C19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F7296-5010-F044-3EF4-98FFC8BFF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16903-BB3C-4342-9F6E-3BE0405DF755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B5FF8-10FF-3C27-28EA-60FC1C013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40C8C-B5C5-CEB0-40B6-5122E381D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862C1-EC8D-564D-A6DD-08620AE527E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418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6F84A-E8AB-850C-E247-D0C52491E688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N8N : AI Chat Bot Auditor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D7AD7-6DB9-F877-899A-45BD0454CEF0}"/>
              </a:ext>
            </a:extLst>
          </p:cNvPr>
          <p:cNvSpPr txBox="1"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rgbClr val="FFFFFF"/>
                </a:solidFill>
              </a:rPr>
              <a:t>Automated Invoice &amp; Credit Note Validation Specialist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46DCF-62CD-6832-4C8D-C60BA3502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09" y="2068556"/>
            <a:ext cx="8600441" cy="4042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79107-ED74-AEFC-02B6-0467659CD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258" y="2068556"/>
            <a:ext cx="2455638" cy="404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0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F0A55-2C39-1986-0903-A1E05123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26954-EB33-765E-F290-9A69FD8D28AF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Market Intelligence: Gold &amp; Macro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5E616-7638-9E02-1773-F0116A4A4C26}"/>
              </a:ext>
            </a:extLst>
          </p:cNvPr>
          <p:cNvSpPr txBox="1"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rgbClr val="FFFFFF"/>
                </a:solidFill>
              </a:rPr>
              <a:t>Automated analysis of gold trends and economic indicators, powered by Perplexity AI.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2C33A1-ED64-F11B-0860-BE89C141E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22" y="2174789"/>
            <a:ext cx="6053521" cy="3223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B7685A8-ABA3-094E-5A37-6F9978B5A065}"/>
              </a:ext>
            </a:extLst>
          </p:cNvPr>
          <p:cNvGrpSpPr/>
          <p:nvPr/>
        </p:nvGrpSpPr>
        <p:grpSpPr>
          <a:xfrm>
            <a:off x="6345164" y="2174789"/>
            <a:ext cx="5518182" cy="3744098"/>
            <a:chOff x="391297" y="1398306"/>
            <a:chExt cx="7772400" cy="52808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2A5DBD-73CD-414F-2AA9-79A9E0894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297" y="1398306"/>
              <a:ext cx="7772400" cy="528084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7F8645-8130-5354-6EC9-43E9C54AE8AA}"/>
                </a:ext>
              </a:extLst>
            </p:cNvPr>
            <p:cNvSpPr/>
            <p:nvPr/>
          </p:nvSpPr>
          <p:spPr>
            <a:xfrm>
              <a:off x="828977" y="1398306"/>
              <a:ext cx="2041813" cy="2391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00B1431-E61E-AA37-7D78-EF025BEDB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6734" y="1175603"/>
            <a:ext cx="975292" cy="34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9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34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Kanok Santhong</dc:creator>
  <cp:lastModifiedBy>Kanok Santhong</cp:lastModifiedBy>
  <cp:revision>4</cp:revision>
  <dcterms:created xsi:type="dcterms:W3CDTF">2025-12-02T07:56:45Z</dcterms:created>
  <dcterms:modified xsi:type="dcterms:W3CDTF">2025-12-02T08:33:58Z</dcterms:modified>
</cp:coreProperties>
</file>